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AD8D2-3C0D-4117-DE04-1AD35F603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97E320B-E27D-49CC-FFD7-C031CEBE7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FD1D5F-5EDF-DE82-238B-774879508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EA8-3EB5-4401-94CB-83E11B199DB6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2F892B-1BE6-FD10-7B03-35E26AFC7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EA4474-5B3B-8641-03EE-0438660C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5981-6224-4F7E-98E3-11B5322C74E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60570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B7B701-B6C9-547A-3E48-A44BF29B6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022CC5-F7F9-42A3-D438-E35B7CFB2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3C1485-9572-0D8E-FE77-97690BEAC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EA8-3EB5-4401-94CB-83E11B199DB6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D545F0-CE25-D204-1764-18BED3DBA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543267-2D17-14A2-CFD8-38F4B931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5981-6224-4F7E-98E3-11B5322C74E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18476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EF8353-15F7-45B0-D2B3-69EE756A6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11BDE3-3095-8FDE-61D7-FFE3A3947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AE56BF-2094-F643-E59A-9C29F3C10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EA8-3EB5-4401-94CB-83E11B199DB6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D7995A-E388-D57B-1524-95129FEC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302FB-4F66-D5AD-6FBD-8E097EA3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5981-6224-4F7E-98E3-11B5322C74E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44683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D3426A-B3BE-9108-980B-9D59B419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BE199F-7C7E-077F-EEA5-00A7CDB4B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C75DF10-3A5D-5F4E-919E-E8C00E510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812921C-CA01-CD87-7697-8CB5977D0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EA8-3EB5-4401-94CB-83E11B199DB6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8716E9-6F5D-358C-C99D-03121807B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5E76AD-96AF-A6A5-E138-52A59ECF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5981-6224-4F7E-98E3-11B5322C74E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3368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975EF9-DD88-C271-397F-92B872E82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355C81-4A94-BBA8-723B-D0B3B2541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A12319-0723-DFAF-8512-40C14F246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902EBD8-8D79-43B8-5757-BE1F0401F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CC893C4-F5D9-CE81-E925-5F0ACD104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DCB74A6-46A7-E4DE-B938-72C9A910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EA8-3EB5-4401-94CB-83E11B199DB6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18EB520-0B82-F180-584F-672C17756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9455AA3-C8B4-B29D-C009-8727225B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5981-6224-4F7E-98E3-11B5322C74E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58470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97F30D-4AD1-79C5-47E5-38919F14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F731C3-EC3E-0FA0-4691-A99002EC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EA8-3EB5-4401-94CB-83E11B199DB6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795A31-BB85-ADBF-C67B-BB10F1C18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4D0940-2BD3-C836-BF02-EDADEE5A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5981-6224-4F7E-98E3-11B5322C74E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4896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636EE8E-69A9-0E1B-2FB4-157077B63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EA8-3EB5-4401-94CB-83E11B199DB6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3F1F5A4-D30D-B0C8-F154-3F6F215A7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C09F89-982B-8D78-C134-DB0D24DB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5981-6224-4F7E-98E3-11B5322C74E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6639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D9A5BC-8CB5-1B6B-FB58-F55CEFF6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202A17-A8F4-FE5F-8E90-941349C90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328AA4-F6AF-CC00-C6AF-C4EC3BC55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4EB441-446F-ABBD-D037-A625CC9AC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EA8-3EB5-4401-94CB-83E11B199DB6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7985E4-D9E7-AE17-5623-BEFB6C725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C845CB-9C9F-068B-2DF1-5474F6635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5981-6224-4F7E-98E3-11B5322C74E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2384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69189A-A385-E575-EBE7-334CEB694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1E029D9-9740-AE4B-DB31-2569F46A2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4665846-DFEE-4D6A-A54F-E156F7747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68C7D3D-1A61-B0C2-109F-2D0761C05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EA8-3EB5-4401-94CB-83E11B199DB6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D71E07-A89C-A57C-E5E6-4A53EC968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C18465-7E40-F990-F524-DD93CEC5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5981-6224-4F7E-98E3-11B5322C74E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6045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4952A4-3D9C-59AD-5791-31C8D72FC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DFA83D-3084-170D-6F33-CB6132D5A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2FED72-C462-54E8-EA37-B2EC49E4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EA8-3EB5-4401-94CB-83E11B199DB6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09C9C6-6F15-786B-E05E-34A7E36B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3259D8-6EE8-C76B-275B-D139B0A7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5981-6224-4F7E-98E3-11B5322C74E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9259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518577E-CFEB-C7FE-E49D-3A9435DC9E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3E7F3E-C35C-3718-96C3-8AEDBE2F3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383773-3EA2-B2B4-5358-B5845B859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65EA8-3EB5-4401-94CB-83E11B199DB6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85D417-5415-BCE5-F3BF-7F8627F2F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D07B88-6233-7B26-AFD1-92D468ECD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75981-6224-4F7E-98E3-11B5322C74E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43916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7E6252A-615A-B1A1-9704-0A3FADB41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BDB93A-7E0A-FEDB-49DB-1B3C118FE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B17556-22E9-1559-1D2B-D809D747F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65EA8-3EB5-4401-94CB-83E11B199DB6}" type="datetimeFigureOut">
              <a:rPr lang="de-AT" smtClean="0"/>
              <a:t>28.05.2026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8D23A6-1842-3DD3-AB17-1EC1797B9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2B885D-F8C0-A6BC-FB3C-397CF612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75981-6224-4F7E-98E3-11B5322C74E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1086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9B2E2A-2E74-DDFA-AB47-F387E21F3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383982" cy="2387600"/>
          </a:xfrm>
        </p:spPr>
        <p:txBody>
          <a:bodyPr/>
          <a:lstStyle/>
          <a:p>
            <a:r>
              <a:rPr lang="de-AT" dirty="0" err="1"/>
              <a:t>FilmManager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EDE65DC-D6F1-D785-1C57-3B6253DDF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10383982" cy="1655762"/>
          </a:xfrm>
        </p:spPr>
        <p:txBody>
          <a:bodyPr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842244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EFAC0C-E5E8-8F6D-8B24-F39B9A614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Technologien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B66809-2FF9-9B04-CBAE-5735E5AF7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00855" cy="4351338"/>
          </a:xfrm>
        </p:spPr>
        <p:txBody>
          <a:bodyPr/>
          <a:lstStyle/>
          <a:p>
            <a:r>
              <a:rPr lang="de-AT" dirty="0"/>
              <a:t>IDE: Visual Studio 2026 Community</a:t>
            </a:r>
          </a:p>
          <a:p>
            <a:r>
              <a:rPr lang="de-AT" dirty="0"/>
              <a:t>.NET MAUI mit .NET 10</a:t>
            </a:r>
          </a:p>
          <a:p>
            <a:r>
              <a:rPr lang="de-AT" dirty="0"/>
              <a:t>C# 14</a:t>
            </a:r>
          </a:p>
          <a:p>
            <a:r>
              <a:rPr lang="de-AT" dirty="0"/>
              <a:t>Datenbank: SQLite mit Dapper</a:t>
            </a:r>
          </a:p>
          <a:p>
            <a:r>
              <a:rPr lang="de-AT" dirty="0"/>
              <a:t>Word: </a:t>
            </a:r>
            <a:r>
              <a:rPr lang="de-AT" dirty="0" err="1"/>
              <a:t>OfficeIMO.Word</a:t>
            </a:r>
            <a:endParaRPr lang="de-AT" dirty="0"/>
          </a:p>
          <a:p>
            <a:r>
              <a:rPr lang="de-AT" dirty="0"/>
              <a:t>API: </a:t>
            </a:r>
            <a:r>
              <a:rPr lang="de-AT" dirty="0" err="1"/>
              <a:t>TMDbLib</a:t>
            </a:r>
            <a:r>
              <a:rPr lang="de-AT" dirty="0"/>
              <a:t> zum Abrufen der </a:t>
            </a:r>
            <a:r>
              <a:rPr lang="de-AT" dirty="0" err="1"/>
              <a:t>TheMovieDB</a:t>
            </a:r>
            <a:r>
              <a:rPr lang="de-AT" dirty="0"/>
              <a:t> (TMDB)</a:t>
            </a:r>
          </a:p>
          <a:p>
            <a:r>
              <a:rPr lang="de-AT" dirty="0"/>
              <a:t>ChatGPT für Suche nach </a:t>
            </a:r>
            <a:r>
              <a:rPr lang="de-AT" dirty="0" err="1"/>
              <a:t>Nuget</a:t>
            </a:r>
            <a:r>
              <a:rPr lang="de-AT" dirty="0"/>
              <a:t>-Paketen </a:t>
            </a:r>
          </a:p>
          <a:p>
            <a:r>
              <a:rPr lang="de-AT" dirty="0" err="1"/>
              <a:t>Git</a:t>
            </a:r>
            <a:r>
              <a:rPr lang="de-AT" dirty="0"/>
              <a:t>/GitHub</a:t>
            </a:r>
          </a:p>
        </p:txBody>
      </p:sp>
    </p:spTree>
    <p:extLst>
      <p:ext uri="{BB962C8B-B14F-4D97-AF65-F5344CB8AC3E}">
        <p14:creationId xmlns:p14="http://schemas.microsoft.com/office/powerpoint/2010/main" val="811292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97F17B-D43D-A3C7-B3E9-CD364B794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Features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BA965E-975B-E9F5-301D-3B4AB2A7A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de-AT" dirty="0"/>
              <a:t>Serien/Filme nach Genre suchen</a:t>
            </a:r>
          </a:p>
          <a:p>
            <a:r>
              <a:rPr lang="de-AT" dirty="0"/>
              <a:t>Übersicht über Serien/Filme</a:t>
            </a:r>
          </a:p>
          <a:p>
            <a:r>
              <a:rPr lang="de-AT" dirty="0"/>
              <a:t>Details zu gewählten Filmen/Serien anzeigen (inklusive Empfehlungen und Links)</a:t>
            </a:r>
          </a:p>
          <a:p>
            <a:r>
              <a:rPr lang="de-AT" dirty="0"/>
              <a:t>Als .</a:t>
            </a:r>
            <a:r>
              <a:rPr lang="de-AT" dirty="0" err="1"/>
              <a:t>csv</a:t>
            </a:r>
            <a:r>
              <a:rPr lang="de-AT" dirty="0"/>
              <a:t>, .</a:t>
            </a:r>
            <a:r>
              <a:rPr lang="de-AT" dirty="0" err="1"/>
              <a:t>docx</a:t>
            </a:r>
            <a:r>
              <a:rPr lang="de-AT" dirty="0"/>
              <a:t>, .</a:t>
            </a:r>
            <a:r>
              <a:rPr lang="de-AT" dirty="0" err="1"/>
              <a:t>json</a:t>
            </a:r>
            <a:r>
              <a:rPr lang="de-AT" dirty="0"/>
              <a:t> und in einer Datenbank speichern und laden </a:t>
            </a:r>
          </a:p>
          <a:p>
            <a:r>
              <a:rPr lang="de-AT" dirty="0"/>
              <a:t>Datenbank zurücksetzen (wird neu erstellt)</a:t>
            </a:r>
          </a:p>
          <a:p>
            <a:r>
              <a:rPr lang="de-AT" dirty="0"/>
              <a:t>Für Windows und Android (noch nicht veröffentlicht)</a:t>
            </a:r>
          </a:p>
          <a:p>
            <a:r>
              <a:rPr lang="de-AT" dirty="0"/>
              <a:t>Zu einer Gesehen oder Merkliste hinzufügen (aus Merkliste auch als gesehen markieren, aber nur wenn bereits erschienen) </a:t>
            </a:r>
          </a:p>
          <a:p>
            <a:r>
              <a:rPr lang="de-AT" dirty="0"/>
              <a:t>Filter: Sammlung und Suche</a:t>
            </a:r>
          </a:p>
          <a:p>
            <a:r>
              <a:rPr lang="de-AT" dirty="0"/>
              <a:t>Sprachen: Deutsch und Englisch</a:t>
            </a:r>
          </a:p>
          <a:p>
            <a:r>
              <a:rPr lang="de-AT" dirty="0" err="1"/>
              <a:t>Theme</a:t>
            </a:r>
            <a:r>
              <a:rPr lang="de-AT" dirty="0"/>
              <a:t>: Dunkel, Hell und System</a:t>
            </a:r>
          </a:p>
        </p:txBody>
      </p:sp>
    </p:spTree>
    <p:extLst>
      <p:ext uri="{BB962C8B-B14F-4D97-AF65-F5344CB8AC3E}">
        <p14:creationId xmlns:p14="http://schemas.microsoft.com/office/powerpoint/2010/main" val="394149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1DD6A-F76C-D9C1-57ED-98D426020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Probleme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6F2790-BFFC-92B5-9AEB-84011233F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Ohne Internetverbindung stürzt die App gleich zu Beginn ab (noch nicht behoben) </a:t>
            </a:r>
          </a:p>
          <a:p>
            <a:r>
              <a:rPr lang="de-AT" dirty="0" err="1"/>
              <a:t>DateTime</a:t>
            </a:r>
            <a:r>
              <a:rPr lang="de-AT" dirty="0"/>
              <a:t> parsen in Android und Windows (ging zuerst nur auf Windows) </a:t>
            </a:r>
          </a:p>
          <a:p>
            <a:r>
              <a:rPr lang="de-AT" dirty="0"/>
              <a:t>Es werden nur 500 Seiten abgerufen, danach Fehlermeldung, jedoch ohne Absturz </a:t>
            </a:r>
          </a:p>
        </p:txBody>
      </p:sp>
    </p:spTree>
    <p:extLst>
      <p:ext uri="{BB962C8B-B14F-4D97-AF65-F5344CB8AC3E}">
        <p14:creationId xmlns:p14="http://schemas.microsoft.com/office/powerpoint/2010/main" val="2545714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41255F-CE3B-E447-5C23-906231850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Zukunftsausblick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5044AE-D39E-8F6C-8457-102602DD7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de-AT" dirty="0"/>
              <a:t>UI modernisieren </a:t>
            </a:r>
          </a:p>
          <a:p>
            <a:r>
              <a:rPr lang="de-AT" dirty="0"/>
              <a:t>Bei App Start API-Key eingeben lassen und weitergeben </a:t>
            </a:r>
          </a:p>
          <a:p>
            <a:r>
              <a:rPr lang="de-AT" dirty="0"/>
              <a:t>Bei Navigation Icons hinzufügen und nicht nur Beschriftung</a:t>
            </a:r>
          </a:p>
          <a:p>
            <a:r>
              <a:rPr lang="de-AT" dirty="0"/>
              <a:t>Eventuell veröffentlichen </a:t>
            </a:r>
          </a:p>
          <a:p>
            <a:pPr marL="0" indent="0">
              <a:buNone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20587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Microsoft Office PowerPoint</Application>
  <PresentationFormat>Breitbild</PresentationFormat>
  <Paragraphs>30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FilmManager</vt:lpstr>
      <vt:lpstr>Technologien</vt:lpstr>
      <vt:lpstr>Features</vt:lpstr>
      <vt:lpstr>Probleme</vt:lpstr>
      <vt:lpstr>Zukunftsausblick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 Gilbert Baumgartner</dc:creator>
  <cp:lastModifiedBy>Philipp Gilbert Baumgartner</cp:lastModifiedBy>
  <cp:revision>2</cp:revision>
  <dcterms:created xsi:type="dcterms:W3CDTF">2026-05-26T07:19:00Z</dcterms:created>
  <dcterms:modified xsi:type="dcterms:W3CDTF">2026-05-28T07:07:30Z</dcterms:modified>
</cp:coreProperties>
</file>